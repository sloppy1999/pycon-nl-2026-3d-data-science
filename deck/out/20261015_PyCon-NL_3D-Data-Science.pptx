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Lst>
        </p14:section>
        <p14:section name="Landscape" id="{8732EF79-AE0B-58DF-972A-54AD5E8564E7}">
          <p14:sldIdLst>
            <p14:sldId id="273"/>
            <p14:sldId id="274"/>
            <p14:sldId id="275"/>
          </p14:sldIdLst>
        </p14:section>
        <p14:section name="Pipeline" id="{EC630927-BFAE-5D8A-B61A-65E18449044C}">
          <p14:sldIdLst>
            <p14:sldId id="276"/>
            <p14:sldId id="277"/>
            <p14:sldId id="278"/>
            <p14:sldId id="279"/>
            <p14:sldId id="280"/>
            <p14:sldId id="281"/>
            <p14:sldId id="282"/>
            <p14:sldId id="283"/>
            <p14:sldId id="284"/>
          </p14:sldIdLst>
        </p14:section>
        <p14:section name="Performance" id="{F91C7034-C18A-5F43-AD8B-059D4F0584F7}">
          <p14:sldIdLst>
            <p14:sldId id="285"/>
            <p14:sldId id="286"/>
            <p14:sldId id="287"/>
            <p14:sldId id="288"/>
            <p14:sldId id="289"/>
          </p14:sldIdLst>
        </p14:section>
        <p14:section name="RAM" id="{FC093E39-7134-57DE-B3D4-50466B1AA227}">
          <p14:sldIdLst>
            <p14:sldId id="290"/>
            <p14:sldId id="291"/>
            <p14:sldId id="292"/>
          </p14:sldIdLst>
        </p14:section>
        <p14:section name="Close" id="{135F424C-7FE6-5892-BFB5-AB3C758E24F6}">
          <p14:sldIdLst>
            <p14:sldId id="293"/>
            <p14:sldId id="294"/>
            <p14:sldId id="295"/>
          </p14:sldIdLst>
        </p14:section>
        <p14:section name="Appendix" id="{2B4E84C8-F2D2-5B60-9919-95FFB9414073}">
          <p14:sldIdLst>
            <p14:sldId id="296"/>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a:p>
            <a:r>
              <a:t>• Install line: uv add open3d "laspy[lazrs]" pyvista resolved in a fresh uv project with uv 0.12.6 on 2026-10-04 (docs/QA_NOTES.md)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(the uv add line on slide 2).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png"/><Relationship Id="rId3" Type="http://schemas.openxmlformats.org/officeDocument/2006/relationships/hyperlink" Target="https://creativecommons.org/licenses/by/4.0/"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3" name="Code joke"/>
          <p:cNvSpPr>
            <a:spLocks noGrp="1"/>
          </p:cNvSpPr>
          <p:nvPr>
            <p:ph type="subTitle" idx="1"/>
          </p:nvPr>
        </p:nvSpPr>
        <p:spPr/>
        <p:txBody>
          <a:bodyPr wrap="none">
            <a:noAutofit/>
          </a:bodyPr>
          <a:lstStyle/>
          <a:p>
            <a:pPr marL="0" indent="0" algn="l">
              <a:lnSpc>
                <a:spcPts val="2800"/>
              </a:lnSpc>
              <a:spcBef>
                <a:spcPts val="0"/>
              </a:spcBef>
              <a:spcAft>
                <a:spcPts val="0"/>
              </a:spcAft>
              <a:buNone/>
            </a:pPr>
            <a:r>
              <a:rPr sz="2400" b="1" lang="en-GB" noProof="1">
                <a:solidFill>
                  <a:srgbClr val="FFFFFF"/>
                </a:solidFill>
                <a:latin typeface="Fira Mono" pitchFamily="49"/>
              </a:rPr>
              <a:t>for</a:t>
            </a:r>
            <a:r>
              <a:rPr sz="2400" b="0" lang="en-GB" noProof="1">
                <a:solidFill>
                  <a:srgbClr val="FFFFFF"/>
                </a:solidFill>
                <a:latin typeface="Fira Mono" pitchFamily="49"/>
              </a:rPr>
              <a:t> point </a:t>
            </a:r>
            <a:r>
              <a:rPr sz="2400" b="1" lang="en-GB" noProof="1">
                <a:solidFill>
                  <a:srgbClr val="FFFFFF"/>
                </a:solidFill>
                <a:latin typeface="Fira Mono" pitchFamily="49"/>
              </a:rPr>
              <a:t>in</a:t>
            </a:r>
            <a:r>
              <a:rPr sz="2400" b="0" lang="en-GB" noProof="1">
                <a:solidFill>
                  <a:srgbClr val="FFFFFF"/>
                </a:solidFill>
                <a:latin typeface="Fira Mono" pitchFamily="49"/>
              </a:rPr>
              <a:t> point_cloud:</a:t>
            </a:r>
            <a:endParaRPr lang="en-GB" sz="2400"/>
          </a:p>
          <a:p>
            <a:pPr marL="0" indent="0" algn="l">
              <a:lnSpc>
                <a:spcPts val="2800"/>
              </a:lnSpc>
              <a:spcBef>
                <a:spcPts val="0"/>
              </a:spcBef>
              <a:spcAft>
                <a:spcPts val="0"/>
              </a:spcAft>
              <a:buNone/>
            </a:pPr>
            <a:r>
              <a:rPr sz="2400" b="0" lang="en-GB" noProof="1">
                <a:solidFill>
                  <a:srgbClr val="FFFFFF"/>
                </a:solidFill>
                <a:latin typeface="Fira Mono" pitchFamily="49"/>
              </a:rPr>
              <a:t>    </a:t>
            </a:r>
            <a:r>
              <a:rPr sz="2400" b="0" lang="en-GB" noProof="1">
                <a:solidFill>
                  <a:srgbClr val="B1CAC5"/>
                </a:solidFill>
                <a:latin typeface="Fira Mono" pitchFamily="49"/>
              </a:rPr>
              <a:t># 12 million times. see you tomorrow ☕</a:t>
            </a:r>
            <a:endParaRPr lang="en-GB" sz="2400"/>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 · [repo URL]</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Code install" descr="Install line: uv add open3d, laspy with the lazrs extra, and pyvista."/>
          <p:cNvSpPr txBox="1"/>
          <p:nvPr/>
        </p:nvSpPr>
        <p:spPr>
          <a:xfrm>
            <a:off x="6178296" y="440131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install</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uv add open3d </a:t>
            </a:r>
            <a:r>
              <a:rPr sz="1800" b="0" lang="en-GB" noProof="1">
                <a:solidFill>
                  <a:srgbClr val="2B6797"/>
                </a:solidFill>
                <a:latin typeface="Fira Mono" pitchFamily="49"/>
              </a:rPr>
              <a:t>"laspy[lazrs]"</a:t>
            </a:r>
            <a:r>
              <a:rPr sz="1800" b="0" lang="en-GB" noProof="1">
                <a:solidFill>
                  <a:srgbClr val="263238"/>
                </a:solidFill>
                <a:latin typeface="Fira Mono" pitchFamily="49"/>
              </a:rPr>
              <a:t> pyvista</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48640" y="2560320"/>
            <a:ext cx="2430780" cy="2743046"/>
          </a:xfrm>
          <a:prstGeom prst="rect">
            <a:avLst/>
          </a:prstGeom>
        </p:spPr>
      </p:pic>
      <p:sp>
        <p:nvSpPr>
          <p:cNvPr id="15" name="Chain caption 1"/>
          <p:cNvSpPr txBox="1"/>
          <p:nvPr/>
        </p:nvSpPr>
        <p:spPr>
          <a:xfrm>
            <a:off x="54864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36620" y="2560320"/>
            <a:ext cx="2430780" cy="2743046"/>
          </a:xfrm>
          <a:prstGeom prst="roundRect">
            <a:avLst>
              <a:gd name="adj" fmla="val 300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19323"/>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24600" y="2560320"/>
            <a:ext cx="2430780" cy="2743046"/>
          </a:xfrm>
          <a:prstGeom prst="rect">
            <a:avLst/>
          </a:prstGeom>
        </p:spPr>
      </p:pic>
      <p:sp>
        <p:nvSpPr>
          <p:cNvPr id="22" name="Chain caption 3"/>
          <p:cNvSpPr txBox="1"/>
          <p:nvPr/>
        </p:nvSpPr>
        <p:spPr>
          <a:xfrm>
            <a:off x="632460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12580" y="2560320"/>
            <a:ext cx="2430780" cy="2743046"/>
          </a:xfrm>
          <a:prstGeom prst="rect">
            <a:avLst/>
          </a:prstGeom>
        </p:spPr>
      </p:pic>
      <p:sp>
        <p:nvSpPr>
          <p:cNvPr id="25" name="Chain caption 4"/>
          <p:cNvSpPr txBox="1"/>
          <p:nvPr/>
        </p:nvSpPr>
        <p:spPr>
          <a:xfrm>
            <a:off x="921258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[repo URL]</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[email]</a:t>
            </a:r>
            <a:endParaRPr lang="en-GB" sz="2400"/>
          </a:p>
          <a:p>
            <a:pPr marL="0" indent="0" algn="l">
              <a:spcBef>
                <a:spcPts val="0"/>
              </a:spcBef>
              <a:spcAft>
                <a:spcPts val="400"/>
              </a:spcAft>
              <a:buNone/>
            </a:pPr>
            <a:r>
              <a:rPr sz="2400" b="0" lang="en-GB">
                <a:solidFill>
                  <a:srgbClr val="FFFFFF"/>
                </a:solidFill>
                <a:latin typeface="+mn-lt"/>
              </a:rPr>
              <a:t>[GitHub / LinkedIn handle]</a:t>
            </a:r>
            <a:endParaRPr lang="en-GB" sz="2400"/>
          </a:p>
        </p:txBody>
      </p:sp>
      <p:sp>
        <p:nvSpPr>
          <p:cNvPr id="6" name="PENDING QR" descr="Placeholder for the QR code to the repository" title="PENDING"/>
          <p:cNvSpPr/>
          <p:nvPr/>
        </p:nvSpPr>
        <p:spPr>
          <a:xfrm>
            <a:off x="9174480" y="3017520"/>
            <a:ext cx="2286000" cy="2286000"/>
          </a:xfrm>
          <a:prstGeom prst="rect">
            <a:avLst/>
          </a:prstGeom>
          <a:solidFill>
            <a:srgbClr val="FFFFFF"/>
          </a:solid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rIns="182880" bIns="137160">
            <a:noAutofit/>
          </a:bodyPr>
          <a:lstStyle/>
          <a:p>
            <a:pPr algn="ctr" marL="0" indent="0">
              <a:spcBef>
                <a:spcPts val="0"/>
              </a:spcBef>
              <a:spcAft>
                <a:spcPts val="0"/>
              </a:spcAft>
              <a:buNone/>
            </a:pPr>
            <a:r>
              <a:rPr sz="2000" b="1" lang="en-GB">
                <a:solidFill>
                  <a:srgbClr val="455A64"/>
                </a:solidFill>
                <a:latin typeface="+mn-lt"/>
              </a:rPr>
              <a:t>QR: [repo URL]</a:t>
            </a:r>
            <a:endParaRPr lang="en-GB" sz="2000"/>
          </a:p>
          <a:p>
            <a:pPr marL="0" indent="0" algn="ctr">
              <a:spcBef>
                <a:spcPts val="600"/>
              </a:spcBef>
              <a:spcAft>
                <a:spcPts val="0"/>
              </a:spcAft>
              <a:buNone/>
            </a:pPr>
            <a:r>
              <a:rPr sz="1200" b="0" lang="en-GB">
                <a:solidFill>
                  <a:srgbClr val="455A64"/>
                </a:solidFill>
                <a:latin typeface="+mn-lt"/>
              </a:rPr>
              <a:t>Set qr.url in content.yaml</a:t>
            </a:r>
            <a:endParaRPr lang="en-GB" sz="1200"/>
          </a:p>
        </p:txBody>
      </p:sp>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2"/>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3">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3">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36</Slides>
  <Notes>36</Notes>
  <HiddenSlides>7</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2026-10-12T20:13:12Z</dcterms:created>
  <dcterms:modified xsi:type="dcterms:W3CDTF">2026-10-12T20:13:12Z</dcterms:modified>
</cp:coreProperties>
</file>